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владелец детского центра KidsUP. Сегодня расскажу не про нейросети вообще, а про одного конкретного сотрудника, которого зовут Клод, и который у нас работает с 19 августа.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том, что мало звонят. Проблема в том, что никто не держит всю картину целиком: сколько мест, кому обещали, что просрочено.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— инициатива. Чат-бот реактивен. Сотрудник проактивен: он приходит утром с готовым списком того, что надо сделать.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писать он может далеко не везде. В телефонию — вообще ничего, только слушает.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Расписание — это и есть разница между инструментом и сотрудником. Никто не нажимает кнопку.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«Не взяли трубку» — это про базу. «Бросили за 10 секунд» — это про манеру набирать. Раньше это была одна цифра.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недооценённый слайд. Экономия тридцати секунд на звонке — это двадцать минут за смену у каждого администратора.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Просроченных на момент разбора было 837. Причём 167 из 215 висящих задач стояли на архивных карточках — на людях, которых давно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Полмиллиона без подписи — это не кража. Это значит, что мы не знаем, кто продал. А значит, не можем ни похвалить, ни спросить.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здесь — адресность. Находка, отправленная «всем», не выполняется никем.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Регламент, который никто не написал, не существует. Здесь он пишется за вечер и правится за минуту.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одна из этих историй не про технологии. Все они про то, что человек не может держать в голове семь тысяч карточек.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вам будут обещать икс два по выручке на второй неделе — не верьте. Честный результат первых дней — это найденные деньги и разобранные списки.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снимает главный страх зала: что робот что-нибудь сломает. Он не сломает то, к чему его не пустили.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Ошибка, которая превратилась в правило, стоит дешевле, чем ошибка, о которой поговорили на планёрке.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шагов. Ни один из них не требует программиста в штате — требуют они только решения владельца о том, что можно трогать, а что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Если после доклада останется одна мысль — пусть это будет мысль про границы: сначала решите, чего он делать не будет.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pic>
        <p:nvPicPr>
          <p:cNvPr id="5" name="Image 0" descr="/home/user/kidsup/app/stati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1952" y="96926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ЦЕНТР И АНГЛИЙСКИЙ САД KidsUP · МОСКВА, БУЛЬВАР РОКОССОВСКОГО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детском центре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395020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Клод внутри CRM, телефонии и мессенджеров — и что из этого получилось за первые дни работы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мест в 93 группах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3192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систем в одних руках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19–21 августа 2026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kidsup.ru · б-р Маршала Рокоссовского, 6 к1В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идёт — а держится он на памяти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623560" cy="4873752"/>
          </a:xfrm>
          <a:prstGeom prst="roundRect">
            <a:avLst>
              <a:gd name="adj" fmla="val 187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 2026: точка отсчёта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5074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30 сентября — 41 день. Нужный темп 8,6 записей в день, фактический темп августа — 3,1.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«Вчера 146 наборов дали 25 детей»: работа идёт, а результат никто не считает в моменте.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живут в голове администратора. Что сказали в трубку — не проверит никто.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открытых задач и 837 просроченных. Список такого размера перестаёт читаться.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небольшая: четыре администратора на 7 894 клиента в базе.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563624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65392" y="2399386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в 93 группах нового учебного года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16568" y="141732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81160" y="1563624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81160" y="2399386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свободны на 20 августа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328416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3474720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65392" y="4310482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заполненность на старте разговора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16568" y="3328416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81160" y="3474720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81160" y="4310482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до 30 сентября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523951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53766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828 210 ₽ </a:t>
            </a:r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 с 1 августа. Средний доход с клиента — </a:t>
            </a:r>
            <a:pPr indent="0" marL="0"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45 091 ₽ </a:t>
            </a:r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учебный год: каждое незакрытое место считается в этих деньгах.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чат-бот и не робот-обзвонщик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виджет на сайте, который отвечает, только когда его спросили.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автообзвон: он не звонит родителям вместо администратора.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отдельная программа «сбоку», с новым паролем и новой вкладкой.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замена человеку: решение про ребёнка и про деньги остаётся за человеком.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912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645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7DB9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645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2212848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внутри тех же систем, что и люди: CRM, телефония, мессенджеры.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него есть имя и подпись — каждое действие видно в журнале и адресовано автору.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 задачи людям и получает задачи от них, как обычный коллега.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 расписанию, а не по запросу: в 07:00 синхронизация, в 09:00 аудит денег.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3112" cy="1216152"/>
          </a:xfrm>
          <a:prstGeom prst="roundRect">
            <a:avLst>
              <a:gd name="adj" fmla="val 7519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074920"/>
            <a:ext cx="105430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«Чат-бот отвечает, когда его спросили. Сотрудник работает, когда его никто не спрашивает»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ПОДКЛЮЧЕНИЙ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систем в одних руках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703320" y="179222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339242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499262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792224"/>
            <a:ext cx="0" cy="320040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3392424"/>
            <a:ext cx="41148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8432" y="256946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8432" y="480974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2569464"/>
            <a:ext cx="0" cy="224028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16952" y="3392424"/>
            <a:ext cx="41148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17043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126187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МойКласс — CRM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" y="15544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клиентов, платежи, группы, задачи, посещаемость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19568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подсказки в карточку, статусы, теги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77063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" y="286207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Office — АТС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" y="31546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звонков и mp3-записи разговоров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" y="35570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ничего: в телефонии доступ только на чтение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F59C0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" y="446227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Wazzup — WhatsApp и Telegram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" y="47548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входящие сообщения и статусы доставки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51572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родителям, чинит свой вебхук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85632" y="194767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50224" y="203911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и квизы Marquiz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50224" y="23317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клики по мессенджерам, контакты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50224" y="273405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в свою базу и заявку в МойКласс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5632" y="418795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50224" y="427939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Roistat — аналитика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50224" y="457200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визита из комментария в карточке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50224" y="49743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оплаты, возвраты и заявки как заказы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2770632"/>
            <a:ext cx="3044952" cy="1243584"/>
          </a:xfrm>
          <a:prstGeom prst="roundRect">
            <a:avLst>
              <a:gd name="adj" fmla="val 7353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2770632"/>
            <a:ext cx="30449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
</a:t>
            </a:r>
            <a:pPr algn="ctr" indent="0" marL="0">
              <a:buNone/>
            </a:pPr>
            <a:r>
              <a:rPr lang="en-US" sz="10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13 867 строк · 98 эндпоинтов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02920" y="5870448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ответы систем сохраняются как есть — ни одно поле не теряется. Портал: 98 эндпоинтов и 25 рабочих страниц для команды.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ИИ-СОТРУДНИКА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без единой команды человека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21792" y="2395728"/>
            <a:ext cx="10881360" cy="0"/>
          </a:xfrm>
          <a:prstGeom prst="line">
            <a:avLst/>
          </a:prstGeom>
          <a:noFill/>
          <a:ln w="31750">
            <a:solidFill>
              <a:srgbClr val="DC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Забирает за ночь клиентов, платежи, абонементы и занятия.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на смену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48840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админу порция до нормы 40–45. Добор, а не «плюс сорок сверху».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39896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39896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денег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39896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Вчерашние оплаты без подписи менеджера, возвраты, скидки вне тарифа.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30952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0952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посещения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30952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проверок: заморозки, отработки, скидки.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22008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09:50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22008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групп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22008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два уровня предмета, перебор мест — и покрытие проверки.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13064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13064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за день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13064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не двигал задачи и что закрыто без результата.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104120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104120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04120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Вечерняя сводка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04120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по админам, записи за день, недозвоны — владельцу.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" y="46634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этими часами — непрерывный контур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68680" y="5212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3 минуты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заявка → срочная задача «позвонить за 5 минут»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538728" y="5212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10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просрочки и эскалация по SLA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08776" y="5212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15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без ответа 45 минут и пропущенные звонки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78824" y="5212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30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сторож мессенджеров: жив ли вебхук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 звонки и превращает их в задачи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из АТС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час забирает журнал и записи длиннее 10 секунд. Добавочные чужого центра в том же здании отсекаются на входе.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0632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35224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5224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35224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 на своём железе, русский язык. Разговоры родителей никуда не уходят.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38344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02936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и сроки, балл 0–8 по восьми пунктам скрипта, одиннадцать стоп-слов антифрода.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06056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0648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в CRM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70648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 в карточку клиента и отдельная задача на каждое произнесённое обещание.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73768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8360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8" name="Text 26"/>
          <p:cNvSpPr/>
          <p:nvPr/>
        </p:nvSpPr>
        <p:spPr>
          <a:xfrm>
            <a:off x="973836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38360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ложится в таблицу: по ней можно искать задним числом и считать качество.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≠ звонки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АТС раскладывает один входящий по добавочным. 17.08 два номера дали 594 строки из 617.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88536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71416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засчитать разговор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график смен, а не карта аппаратов: если на смене один человек — все добавочные его.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74152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57032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слышим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с личных мобильных в АТС просто нет. И разговоров в центре лицом к лицу — тоже.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5074920"/>
            <a:ext cx="11183112" cy="1207008"/>
          </a:xfrm>
          <a:prstGeom prst="roundRect">
            <a:avLst>
              <a:gd name="adj" fmla="val 7576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166360"/>
            <a:ext cx="10543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Разбирается каждый разговор длиннее 10 секунд. </a:t>
            </a:r>
            <a:pPr indent="0" marL="0">
              <a:buNone/>
            </a:pPr>
            <a:r>
              <a:rPr lang="en-US" sz="13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 объём по журналу АТС — 46–51 набор и 21–28 разговоров на администратора. Сводка отдельно считает «не взяли трубку», «взяли и бросили за 10 секунд» и «состоявшийся разговор»: это три разных проблемы.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ДЛЯ ЗВОНКА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задача: было и стало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7B77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39696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39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542032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944368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44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3467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49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одинаковых строк. Кому звонить и с чем — админ каждый раз выяснял сам, открывая карточку.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2" y="14173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645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7DB928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231136"/>
            <a:ext cx="46360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Тучин Марк, 5 л., ходил на подготовку к школе до мая. Предложить: ПкШ + гарантия чтения. Ни разу не звонили. Зови на 29–30.08 и Неделю уроков 31.08–06.09.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378561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Аргумент, а не только факты: факты сами по себе не продают.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Иерархия: что предложить в первую очередь, а что — вторым предметом.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подобран с учётом того, что ребёнок за год вырос.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6667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04748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127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«Полминуты на звонок и тридцать секунд сомнений — а звонков сорок за смену»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правда: в теле задачи помещается 250 символов, в комментарии-подсказке — 995. Полторы тысячи символов система уже не принимает.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 ЗАДАЧАХ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задач разобраны по одной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8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Ирина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DB9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DB9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DB9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Елизавета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DB9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5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127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DB9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24528"/>
            <a:ext cx="6035040" cy="1261872"/>
          </a:xfrm>
          <a:prstGeom prst="roundRect">
            <a:avLst>
              <a:gd name="adj" fmla="val 724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334256"/>
            <a:ext cx="5577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принимается по клиенту, а не по задаче.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любым движением собирается карточка, восемь последних комментариев, журнал АТС за 12 дней, переписка и все другие открытые задачи по этому же человеку. Пять исходов: закрыть · срок · ждём · передать · оставить.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5577840"/>
            <a:ext cx="6035040" cy="713232"/>
          </a:xfrm>
          <a:prstGeom prst="roundRect">
            <a:avLst>
              <a:gd name="adj" fmla="val 12821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557784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40 задач взята не с потолка: по журналу АТС админ набирает 46–51 раз и ведёт 21–28 разговоров за день.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20840" y="1481328"/>
            <a:ext cx="4965192" cy="1755648"/>
          </a:xfrm>
          <a:prstGeom prst="roundRect">
            <a:avLst>
              <a:gd name="adj" fmla="val 5208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49440" y="1572768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pPr indent="0" marL="0">
              <a:buNone/>
            </a:pPr>
            <a:r>
              <a:rPr lang="en-US" sz="3000" dirty="0">
                <a:solidFill>
                  <a:srgbClr val="454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60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949440" y="2578608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задач в списке у одного администратора сегодня — вместо неподъёмных двухсот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3383280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85432" y="3529584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885432" y="3995196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разобрано вручную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90304" y="3383280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454896" y="3529584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454896" y="3995196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затронуто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20840" y="4425696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85432" y="4572000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885432" y="5037612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— делать было нечего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290304" y="4425696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454896" y="4572000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542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454896" y="5037612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разложено по дням смен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20840" y="5468112"/>
            <a:ext cx="4965192" cy="822960"/>
          </a:xfrm>
          <a:prstGeom prst="roundRect">
            <a:avLst>
              <a:gd name="adj" fmla="val 11111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31152" y="5468112"/>
            <a:ext cx="4544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задач под статусом «архив набора» намеренно не закрыты: под ним лежит тёплая база прошлого года, её сейчас обзванивают.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Пересчитывает то, что раньше не пересчитывал никто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510 920 ₽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августовских оплат прошли без подписи менеджера — 38 приходов из 77, почти половина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486 118 ₽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9884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счёт с долгом с учётом старых лет. Актуальных долгов 2026 года — около 160 000 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271 855 ₽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9360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возвратов с 1 июня. У девяти из десяти причина не указана вообще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разложен на четыре кучи — иначе «полмиллиона в минусе» не значит ничего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клиент, нужен звонок и счёт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0215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0215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история: что было на самом деле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F59C0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3679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СПИСАТЬ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679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227 425 ₽ готовы к решению — подпись владельца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B7796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7143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7143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ввода, деньги никто не должен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102352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2120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Возвраты разобраны поимённо: </a:t>
            </a:r>
            <a:pPr indent="0" marL="0">
              <a:buNone/>
            </a:pPr>
            <a:r>
              <a:rPr lang="en-US" sz="12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280 075 ₽ — 44 625 ₽ это механика материнского капитала (не отток вообще), 49 510 ₽ — здоровье и травмы. Настоящих недовольных оказалось двое, на 63 040 ₽.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56875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 в 09:40: неоплаченные абонементы, минусовые балансы, бесплатные отметки, несписанные пропуски, посещения без счёта.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Находка возвращается тому, кто её сделал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20640" cy="3913632"/>
          </a:xfrm>
          <a:prstGeom prst="roundRect">
            <a:avLst>
              <a:gd name="adj" fmla="val 233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91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проверок правил посещения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" y="2071116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071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" y="1993392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мимо системы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427732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4277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2350008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сверх 14 дней за год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2784348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7843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2706624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задним числом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" y="3140964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1409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" y="3063240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 позже 31 дня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3497580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4975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3419856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отработка одного пропуска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" y="3854196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3854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" y="3776472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 без предварительной записи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" y="4210812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42108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4133088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больше 10% без причины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" y="4567428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567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" y="4489704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скидки на одном абонементе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" y="4924044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" y="49240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5568" y="4846320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50% без непрерывности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88152" y="141732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71032" y="141732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2 622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571232" y="147218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абонемента за учебный год 2025/26 — первая сплошная сверка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88152" y="242316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71032" y="242316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71232" y="247802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заморозок оформлено полями системы. Все тридцать живут текстом в комментарии — «две недели за год» посчитать нельзя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88152" y="342900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71032" y="342900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/ 105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71232" y="348386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абонементов продано дешевле чем −10%, и у 105 из них в комментарии нет ни слова о причине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88152" y="443484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71032" y="443484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 / 53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571232" y="448970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отработок, из них 53 закрыты позже месяца — одна аж через 92 дня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5513832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" y="551383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уходит автору ошибки, а не «команде».  </a:t>
            </a:r>
            <a:pPr algn="ctr" indent="0" marL="0">
              <a:buNone/>
            </a:pPr>
            <a:r>
              <a:rPr lang="en-US" sz="13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флаги ставятся только на события с 20 августа: задним числом никого не судим, история идёт отдельной справкой.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методички и регламенты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методички и регламента в общей базе знаний — написаны с нуля и обновляются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50208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" y="4096512"/>
            <a:ext cx="2962656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67512" y="4616806"/>
            <a:ext cx="29626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страниц портала для команды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193792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5340096"/>
            <a:ext cx="2962656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+ 46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" y="5860390"/>
            <a:ext cx="29626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 и файлов курсов разобрано в исходниках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44568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Методичка администратора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КБ — от приветствия до закрытия смены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1" name="Text 19"/>
          <p:cNvSpPr/>
          <p:nvPr/>
        </p:nvSpPr>
        <p:spPr>
          <a:xfrm>
            <a:off x="7168896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разговоров v3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КБ — на входящий, на исходящий, на возражение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26296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09176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5" name="Text 23"/>
          <p:cNvSpPr/>
          <p:nvPr/>
        </p:nvSpPr>
        <p:spPr>
          <a:xfrm>
            <a:off x="9793224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Ресепшен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09176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КБ — как встречают ребёнка и родителя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77640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60520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прибыли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КБ — откуда берутся деньги центра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01968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84848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7168896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посещения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84848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заморозки, отработки, скидки — приняты 20.08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26296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09176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37" name="Text 35"/>
          <p:cNvSpPr/>
          <p:nvPr/>
        </p:nvSpPr>
        <p:spPr>
          <a:xfrm>
            <a:off x="9793224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шагов педагога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409176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проходит пробное занятие, по шагам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77640" y="4581144"/>
            <a:ext cx="7708392" cy="1664208"/>
          </a:xfrm>
          <a:prstGeom prst="roundRect">
            <a:avLst>
              <a:gd name="adj" fmla="val 5495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24528" y="4709160"/>
            <a:ext cx="7214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по предметам, лист обзвона на 74 КБ, бланки диагностики, брифы администраторов.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пишется из живых данных, а не из головы: цены, расписание и свободные места берутся из CRM в момент написания. Это же и защита — методичка не может пообещать родителю то, чего в центре нет.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ПРИМЕРЫ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историй, которые нашлись за неделю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11 000 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ждали два дня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написал «готова оплатить» 17 августа. Ответа не было второй день. Всего таких денежных вопросов без движения нашлось девять, самому старому — пять дней.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детей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9884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записаны, но не в группе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9884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«записался на пробное» стоит, а записи в группу нет. Педагог такого ребёнка не ждёт, в списке группы его не будет. Такие дети теряются молча.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7 800 ₽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9360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молчание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9360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Тринадцать промо-контактов по 600 ₽ так и остались непрозвонёнными. 41% контактов промоутеров — недозвон, а в тот же день пять входящих из шестнадцати остались без ответа.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" y="39593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1 844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97480" y="3959352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затёрты одной операцией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" y="4517136"/>
            <a:ext cx="50474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августа массовая смена статусов снесла телефоны, родителей и историю у 1 844 карточек. Восстановили. Теперь единственный разрешённый способ правки — сначала прочитать карточку, наложить изменения и отправить целиком.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84048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9088" y="39593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часов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94192" y="3959352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невидимой переписки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4517136"/>
            <a:ext cx="50474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молча перезаписала адрес вебхука мессенджеров: события пропали в 13:02 и не приходили двадцать часов. Заметили только со слов админов. Теперь сторож проверяет каждые полчаса, чинит сам и пишет владельцу.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дало в деньгах и часах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510 920 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 без подписи менеджера найдено и предъявлено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486 118 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долгов собрано в один список и разложено по решениям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разобрано вручную, 201 из них закрыта навсегда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 → 39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8972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задач одного администратора за одну неделю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5486400" cy="1444752"/>
          </a:xfrm>
          <a:prstGeom prst="roundRect">
            <a:avLst>
              <a:gd name="adj" fmla="val 6329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547872"/>
            <a:ext cx="4992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Часы, которых больше не нужно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звонков, раскладка задач по сменам, сверка правил и вечерняя сводка делались бы руками. Один аудит денег и одна сводка — это час работы человека каждый день, семь дней в неделю.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3429000"/>
            <a:ext cx="5486400" cy="1444752"/>
          </a:xfrm>
          <a:prstGeom prst="roundRect">
            <a:avLst>
              <a:gd name="adj" fmla="val 6329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547872"/>
            <a:ext cx="4992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а не факт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60% и 100% заполнения групп — около 8,7 млн ₽ за год, при фонде бонусов на сотню процентов в 200–230 тыс. ₽. Это расчёт сценариев, а не достигнутый результат.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047488"/>
            <a:ext cx="11183112" cy="1243584"/>
          </a:xfrm>
          <a:prstGeom prst="roundRect">
            <a:avLst>
              <a:gd name="adj" fmla="val 7353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047488"/>
            <a:ext cx="10543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запущена 19–21 августа 2026 года. Замера «до и после» по выручке и конверсии ещё нет — и я не буду его выдумывать со сцены. Всё, что выше, — либо факт на дату, либо прямой подсчёт по августовским приходам.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ИИ-сотрудник не делает принципиально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93592" cy="2697480"/>
          </a:xfrm>
          <a:prstGeom prst="roundRect">
            <a:avLst>
              <a:gd name="adj" fmla="val 3390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810512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" y="23408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отмечает посещения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" y="29260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«Отметка — это утверждение о физической реальности. Я её не вижу, а она списывает занятие с абонемента». В журнале 38 717 отметок: кто отметил — система не хранит вообще.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593592" cy="2697480"/>
          </a:xfrm>
          <a:prstGeom prst="roundRect">
            <a:avLst>
              <a:gd name="adj" fmla="val 3390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810512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1713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17136" y="23408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списывает долги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7136" y="29260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227 425 ₽ разложены, посчитаны и подготовлены к решению. Кнопку нажимает владелец. Прощение денег — это разговор с человеком, а не строчка в базе.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593592" cy="2697480"/>
          </a:xfrm>
          <a:prstGeom prst="roundRect">
            <a:avLst>
              <a:gd name="adj" fmla="val 3390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810512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1896" y="23408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трогает людей и чужие деньги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1896" y="29260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сотрудников, зарплаты, балансы клиентов — вне доступа. Телефонию тоже не настраивает: доступа нет, значит и разговора нет.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617720"/>
            <a:ext cx="10177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«Граница проходит там, где действие нельзя проверить по данным. Всё, что за ней, остаётся за человеком — и это не ограничение, а условие доверия»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05840" y="5870448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запретов мы написали раньше списка возможностей.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ошибается. Важно, что происходит дальше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600200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54533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случилось · 20 августа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183794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сравнивала оплату со средней ценой по названию курса. Под «Английский летний клуб» попали и полдня, и пять недель — суммы от 750 ₽ до 144 000 ₽, середина смеси — 33 400 ₽.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880360"/>
            <a:ext cx="310896" cy="310896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выглядело для команды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15568" y="311810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оплата за полдня, 11 000 ₽, получила ярлык «на 67% ниже обычной». Администратор ответила коротко: «мы уже все оплаты провели».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4160520"/>
            <a:ext cx="310896" cy="310896"/>
          </a:xfrm>
          <a:prstGeom prst="ellipse">
            <a:avLst/>
          </a:prstGeom>
          <a:solidFill>
            <a:srgbClr val="7DB928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410565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изменено в тот же день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439826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только по точно такому же комментарию, проверка однородности тарифа и требование ещё трёх похожих оплат рядом. Не уверены — молчим.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5532120" cy="1033272"/>
          </a:xfrm>
          <a:prstGeom prst="roundRect">
            <a:avLst>
              <a:gd name="adj" fmla="val 8850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257800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извинился сам.  </a:t>
            </a:r>
            <a:pPr indent="0" marL="0"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Рассылка обратилась к родителям по фамилии ребёнка. Всем 74 адресатам первым в очереди ушло извинение — раньше любых акций.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141732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1417320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«Ложный флаг хуже пропущенного: он приучает не читать ленту»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99632" y="3127248"/>
            <a:ext cx="5486400" cy="1078992"/>
          </a:xfrm>
          <a:prstGeom prst="roundRect">
            <a:avLst>
              <a:gd name="adj" fmla="val 8475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127248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раскладка задач была неправильной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задача уехала не туда: разложил по тексту и категории, не заглянув в карточку клиента. Признано в документе, переделано по клиенту.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4315968"/>
            <a:ext cx="5486400" cy="1078992"/>
          </a:xfrm>
          <a:prstGeom prst="roundRect">
            <a:avLst>
              <a:gd name="adj" fmla="val 8475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4315968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Извинение внутри отчёта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три набора своей смены в решающую неделю потратила на тестовые номера, забытые в списке обзвона. Это моя ошибка, и она записана.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5504688"/>
            <a:ext cx="5486400" cy="786384"/>
          </a:xfrm>
          <a:prstGeom prst="roundRect">
            <a:avLst>
              <a:gd name="adj" fmla="val 11628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5504688"/>
            <a:ext cx="4992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ошибка становится правилом в коде, а не темой для разговора.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85216" cy="585216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474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60350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начать у себя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с того, что болит и считается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«внедрить ИИ», а «мы не знаем, кто обещал маме перезвонить». Задача с числом решается; задача без числа обсуждается.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884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доступ туда, где работают люди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телефония, мессенджеры. Читать — всё. Писать — узкий список: задачи, комментарии, статусы. Больше на старте не нужно.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360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действие — задача, а не рассылка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находка возвращается конкретному человеку по имени и со сроком. Находка «команде» не выполняется никем.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Запретите заранее и письменно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Посещаемость, деньги клиентов, карточки сотрудников. Список запретов писать раньше списка возможностей.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884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8" name="Text 26"/>
          <p:cNvSpPr/>
          <p:nvPr/>
        </p:nvSpPr>
        <p:spPr>
          <a:xfrm>
            <a:off x="449884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884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Считайте покрытие, а не только находки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9884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«Проверили 32 из 56». Проверка, которая молчит, потому что ей нечего читать, опаснее отсутствующей: она даёт ложное спокойствие.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9360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829360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360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Ошибку превращайте в правило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9360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Разбирайте ложный флаг в тот же день и закрывайте его кодом. Иначе ленту находок просто перестанут открывать.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pic>
        <p:nvPicPr>
          <p:cNvPr id="5" name="Image 0" descr="/home/user/kidsup/app/stati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 · МОСКВА, БУЛЬВАР РОКОССОВСКОГО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607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 не заменяет администратора.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забирает у него память — и возвращает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 разговор с родителем.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04672" y="4315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показанное работает в одном центре: 398 мест, 93 группы, четыре администратора.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kidsup.ru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б-р Маршала Рокоссовского, 6 к1В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минуты от м. Бульвар Рокоссовского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Спасибо. Вопросы — сейчас или после доклада.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KidsUP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ИИ-сотрудник в детском центре KidsUP</dc:title>
  <dc:subject>PptxGenJS Presentation</dc:subject>
  <dc:creator>KidsUP</dc:creator>
  <cp:lastModifiedBy>KidsUP</cp:lastModifiedBy>
  <cp:revision>1</cp:revision>
  <dcterms:created xsi:type="dcterms:W3CDTF">2026-08-21T13:32:51Z</dcterms:created>
  <dcterms:modified xsi:type="dcterms:W3CDTF">2026-08-21T13:32:51Z</dcterms:modified>
</cp:coreProperties>
</file>